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02 Upstream Provenance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api-oss-federation</a:t>
            </a:r>
          </a:p>
          <a:p>
            <a:r>
              <a:t>Tier: TIER_3_ANTICLOUD_APIOSS</a:t>
            </a:r>
          </a:p>
          <a:p>
            <a:r>
              <a:t>Identity: First-party project (no upstream clone)</a:t>
            </a:r>
          </a:p>
          <a:p>
            <a:r>
              <a:t>This is a first-party Anticloud project. There is no upstream clone</a:t>
            </a:r>
          </a:p>
          <a:p>
            <a:r>
              <a:t>and therefore no licence obligation to record here. The Anticommons</a:t>
            </a:r>
          </a:p>
          <a:p>
            <a:r>
              <a:t>0.1.0 licence at the project root applies to the Anticloud-authored</a:t>
            </a:r>
          </a:p>
          <a:p>
            <a:r>
              <a:t>material only.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